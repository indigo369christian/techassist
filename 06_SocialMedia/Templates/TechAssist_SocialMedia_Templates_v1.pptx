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D2E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1E3C"/>
                </a:solidFill>
              </a:defRPr>
            </a:pPr>
            <a:r>
              <a:t>Instagram Post (1080x1080)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23250"/>
                </a:solidFill>
              </a:defRPr>
            </a:pPr>
            <a:r>
              <a:t>Digitale Inklusion. Einfach. Sicher.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D2E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1E3C"/>
                </a:solidFill>
              </a:defRPr>
            </a:pPr>
            <a:r>
              <a:t>Instagram Story (1080x1920)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23250"/>
                </a:solidFill>
              </a:defRPr>
            </a:pPr>
            <a:r>
              <a:t>Digitale Inklusion. Einfach. Sicher.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D2E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1E3C"/>
                </a:solidFill>
              </a:defRPr>
            </a:pPr>
            <a:r>
              <a:t>LinkedIn Post (1200x627)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23250"/>
                </a:solidFill>
              </a:defRPr>
            </a:pPr>
            <a:r>
              <a:t>Digitale Inklusion. Einfach. Sicher.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D2E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1E3C"/>
                </a:solidFill>
              </a:defRPr>
            </a:pPr>
            <a:r>
              <a:t>YouTube Thumbnail (1280x720)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23250"/>
                </a:solidFill>
              </a:defRPr>
            </a:pPr>
            <a:r>
              <a:t>Digitale Inklusion. Einfach. Sicher.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